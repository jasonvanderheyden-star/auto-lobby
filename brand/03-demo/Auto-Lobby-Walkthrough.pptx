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4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uto-lobby-screen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62447"/>
            <a:ext cx="11368735" cy="33331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4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uto-lobby-screen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57626"/>
            <a:ext cx="11368735" cy="59427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4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uto-lobby-screen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74387"/>
            <a:ext cx="11368735" cy="49092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4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uto-lobby-screen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25" y="411480"/>
            <a:ext cx="10927644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4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uto-lobby-screen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023" y="411480"/>
            <a:ext cx="11299649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4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uto-lobby-screen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682" y="411480"/>
            <a:ext cx="1101833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4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uto-lobby-screen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275" y="411480"/>
            <a:ext cx="10213144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4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uto-lobby-screen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3954"/>
            <a:ext cx="11368735" cy="50900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4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uto-lobby-screen-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47" y="411480"/>
            <a:ext cx="1045440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4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uto-lobby-screen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449" y="411480"/>
            <a:ext cx="8910797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4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uto-lobby-screen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28" y="411480"/>
            <a:ext cx="10838439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4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uto-lobby-screen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44707"/>
            <a:ext cx="11368735" cy="59685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4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uto-lobby-screen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525" y="411480"/>
            <a:ext cx="10096644" cy="6035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